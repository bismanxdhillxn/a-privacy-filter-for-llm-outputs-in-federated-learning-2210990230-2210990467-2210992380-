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28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61153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Privacy Filter for LLM Outputs in Federated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Bisman Singh Dhillon, Jugal Kishor, Sidharth Thakur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2210990230,2210990467,2210992380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   Introduction ............................................ 3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   Problem Statement .................................. 4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   Why Existing Defenses Fail ..................... 5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4.   Proposed Solution: APF ........................... 6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5.   APF in Action (Example) ......................... 7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   Experimental Setup ................................. 8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7.   Results .................................................... 9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8.   Discussion .............................................. 10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9.   Conclusion and Future Work ................... 11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10. References ..............................................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Federated Learning?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Multiple organizations collaboratively train a shared AI model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Raw data never leaves each participant's device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Only model updates (gradients) are sent to a central server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Adopted in healthcare (HIPAA), banking (GDPR), telecom sectors [1, 2]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Bandwidth Challenge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Gradient tensors are massive (hundreds of MBs per round per participant)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LLMs like BART [3] and T5 [4] compress data into text summaries (~100x smaller)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Summaries are transmitted instead of raw gradients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Hidden Risk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These summaries carry domain-specific vocabulary fingerprints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curious server can classify summaries to identify who sent them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 call this the Summary Leakage Paradox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The Summary Leakage Paradox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Leaks and How?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Hospital summaries contain: patient, surgery, diagnosis, blood, infection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Sports org summaries contain: goalie, playoff, season, NHL, rink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Space agency summaries contain: NASA, rocket, orbit, satellite, mars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Tech company summaries contain: algorithm, pixel, rendering, shader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Proof of Leakage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simple TF-IDF + Naive Bayes classifier (commodity tools, no special access)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Achieves 83.3% accuracy at identifying which participant sent each summary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chance for 4 participants = 25%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Server is 58.3 percentage points above chance — severe identity exposure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Paradox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Raw data stays home, but semantic identity escapes in every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Existing Defenses Fail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Differential Privacy [9, 10]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Designed for numerical gradients; adding noise to text destroys meaning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Secure Aggregation [11]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Sums numerical vectors; no meaningful way to 'add' two sentences together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Homomorphic Encryption [12]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Computes on encrypted numbers; cannot process natural language prose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Keyword Removal (Baseline Defense)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Deletes obvious domain words but distributional fingerprint survives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Our experiment: reduces accuracy by only 9.0pp (83.3% → 74.2%)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Named-Entity Redaction [21] / k-Anonymity [22]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Designed for static databases, not streaming federated communication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Research Gap (Table 1 in paper)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prior work addresses all three: FL + LLM output + semantic privacy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Adaptive Privacy Filter (APF)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Principles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Client-side only: runs entirely on participant's device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Zero-trust: server never knows filtering is happening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Flower-compatible: zero server-side code changes needed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 1 — Risk Scoring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TF-IDF analysis auto-discovers 357 domain-discriminating terms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 2 — Threshold Gate (τ = 0.6)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Only high-risk summaries proceed to filtering; safe ones pass through unchanged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Phase 3 — Three-Layer Semantic Abstraction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Layer 1 (Domain Suppression): Blanks all 357 auto-discovered terms → [F]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Layer 2 (Vocab Normalization): Swaps ~150 specialist terms for neutral equivalents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Layer 3 (Entity/Pattern Masking): Masks proper nouns, acronyms, numeric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APF in Action: Before vs After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Original (Medical Summary):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"The patient's blood tests confirmed the infection had spread to the liver, requiring immediate surgery."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After APF Filtering: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"The individual's [F] tests confirmed the illness had spread to the organ, requiring immediate intervention."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Layer-by-Layer Breakdown: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blood → [F]  (Layer 1: auto-discovered domain term blanked)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patient → individual  (Layer 2: specialist-to-neutral substitution)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infection → illness  (Layer 2: specialist-to-neutral substitution)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liver → organ  (Layer 2: specialist-to-neutral substitution)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surgery → intervention  (Layer 2: specialist-to-neutral substitution)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Result: Sentence meaning preserved, medical fingerprint completely erased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Dataset: 20 Newsgroups Corpus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Real internet forum posts from the 1990s (not generated by our code)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 categories as federated participants: sci.med, sci.space, rec.sport.hockey, comp.graphics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400 documents total (100 per category, balanced), min 30 words each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Tools and Dependencies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Python 3.10+ | scikit-learn 1.3+ | numpy 1.24+ (no GPU needed)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Runs in under 60 seconds on any consumer laptop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Server Attack Simulation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TF-IDF (8,000 features, unigrams + bigrams) + Multinomial Naive Bayes (α = 0.5)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5-fold stratified cross-validation for reliable accuracy estimation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Three Conditions Compared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Filter (baseline) | Keyword Removal (baseline defense) | APF τ=0.6 (our method)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 (Server Classification Accuracy — Lower = Better)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Filter: 83.3% (58.3 points above 25% random chance) — Severe leakage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Keyword Removal: 74.2% (only −9.0pp reduction) — Insufficient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APF: 50.0% (−33.3pp reduction) — 3.7× more effective than keyword removal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Utility (Content Preservation — Higher = Better)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Keyword Removal: 96.1% retained but only 9.0pp privacy gain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APF: 69.3% retained with 33.3pp privacy gain — Best privacy-per-utility ratio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Efficiency (Processing Speed)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Keyword Removal: 0.264 ms per summary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APF: ~5.2 ms per summary (~10% of 50 ms deployment ceiling)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Both are negligible — APF is faster than a human eye blink (~300 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Why APF Outperforms Keyword Removal by 3.7×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APF Layer 1 targets all 357 auto-discovered classifier features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Keyword removal only touches 152 manually chosen terms (misses most signal)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APF adds intelligent substitution (Layer 2) + structural masking (Layer 3)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Zero-Trust Deployability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All filtering on participant's device; server sees only cleaned output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filter parameters, thresholds, or substitution details ever leave the client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Flower Compatibility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Wraps NumPyClient; plug-and-play with any existing Flower deployment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Tunable Privacy via Threshold (τ)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Hospital: low τ = aggressive filtering | Tech company: high τ = more content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Limitations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Sentence extraction proxy (not real BART), hand-curated dictionary, English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1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Key Findings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Summary Leakage Paradox confirmed: 83.3% server accuracy proves identity exposure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APF reduces leakage by 33.3pp to 50.0% — 3.7× better than keyword removal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Retains 69.3% content at ~5.2 ms/summary with zero server modifications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1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Contributions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First work addressing FL + LLM output + semantic privacy simultaneously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Client-side, zero-trust, Flower-compatible, fully reproducible defense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1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Future Work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Replace sentence extraction with BART-large-cnn (real abstractive summarization)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Automated vocabulary construction via embedding-based synonym mining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Multilingual support through cross-lingual embedding spaces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Downstream utility validation: measure actual model convergence under APF</a:t>
            </a:r>
          </a:p>
          <a:p>
            <a:pPr marL="457200" lvl="0" indent="-31750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ts val="12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Evaluate against stronger adversaries (deep learning classifiers, fine-tuned LMs)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35881</TotalTime>
  <Words>1263</Words>
  <Application>Microsoft Office PowerPoint</Application>
  <PresentationFormat>On-screen Show (4:3)</PresentationFormat>
  <Paragraphs>156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Hp Laptop</cp:lastModifiedBy>
  <cp:revision>2301</cp:revision>
  <dcterms:created xsi:type="dcterms:W3CDTF">2010-04-09T07:36:15Z</dcterms:created>
  <dcterms:modified xsi:type="dcterms:W3CDTF">2026-04-29T15:26:58Z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